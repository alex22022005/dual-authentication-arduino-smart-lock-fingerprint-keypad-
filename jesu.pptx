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C485C-9495-46C0-B39A-AC87C7DFEA4E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nl-NL"/>
              <a:t>19EE6911- MINI PROJECT              III EEE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10CFD-052C-48C8-9229-8492673D0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endParaRPr lang="en-SG"/>
          </a:p>
        </p:txBody>
      </p:sp>
      <p:sp>
        <p:nvSpPr>
          <p:cNvPr id="1048718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fld id="{9799568C-8C3A-4AF8-98D8-571C69C3E876}" type="datetimeFigureOut">
              <a:rPr lang="en-US"/>
              <a:pPr/>
              <a:t>2/5/2025</a:t>
            </a:fld>
            <a:endParaRPr lang="en-SG" dirty="0"/>
          </a:p>
        </p:txBody>
      </p:sp>
      <p:sp>
        <p:nvSpPr>
          <p:cNvPr id="104871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SG" noProof="0" dirty="0"/>
          </a:p>
        </p:txBody>
      </p:sp>
      <p:sp>
        <p:nvSpPr>
          <p:cNvPr id="10487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SG" noProof="0"/>
          </a:p>
        </p:txBody>
      </p:sp>
      <p:sp>
        <p:nvSpPr>
          <p:cNvPr id="10487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r>
              <a:rPr lang="nl-NL"/>
              <a:t>19EE6911- MINI PROJECT              III EEE </a:t>
            </a:r>
            <a:endParaRPr lang="en-SG"/>
          </a:p>
        </p:txBody>
      </p:sp>
      <p:sp>
        <p:nvSpPr>
          <p:cNvPr id="10487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fld id="{E674C11A-CE34-4A87-82A1-146F25AEEB6B}" type="slidenum">
              <a:rPr lang="en-SG"/>
              <a:pPr/>
              <a:t>‹#›</a:t>
            </a:fld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SG"/>
          </a:p>
        </p:txBody>
      </p:sp>
      <p:sp>
        <p:nvSpPr>
          <p:cNvPr id="1048598" name="Slide Number Placeholder 3"/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/>
            <a:fld id="{F49D635E-A08E-4751-A72B-C4E56AF0B2E4}" type="slidenum">
              <a:rPr lang="en-SG" sz="1300">
                <a:latin typeface="Calibri" pitchFamily="34" charset="0"/>
              </a:rPr>
              <a:pPr algn="r"/>
              <a:t>1</a:t>
            </a:fld>
            <a:endParaRPr lang="en-SG" sz="1300">
              <a:latin typeface="Calibri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19EE6911- MINI PROJECT              III EEE </a:t>
            </a:r>
            <a:endParaRPr lang="en-S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26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27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28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29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0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1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2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3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4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35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36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37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38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39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40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41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2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43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/>
          <a:p>
            <a:fld id="{C519F5F1-35BD-4278-B85A-CBE13FCA11A3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44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645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/>
          <a:p>
            <a:fld id="{A869D657-CC68-4567-A02D-E1F31EE055B9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9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0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EEF5172-995A-47CC-A6F5-E1B1F679F407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21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6D32EAF-6BCA-4105-82DC-37810BE9DD31}" type="slidenum">
              <a:rPr lang="en-SG"/>
              <a:pPr/>
              <a:t>‹#›</a:t>
            </a:fld>
            <a:endParaRPr lang="en-SG" dirty="0"/>
          </a:p>
        </p:txBody>
      </p:sp>
      <p:sp>
        <p:nvSpPr>
          <p:cNvPr id="104862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70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71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72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73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74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75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76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77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78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79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80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81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82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83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84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/>
          <a:p>
            <a:fld id="{419F5AFB-0946-4820-9A18-A9540798A905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/>
          <a:p>
            <a:fld id="{EB17031E-89FE-4C22-A4FC-06B0E3471C5B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1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2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AFE-C0FD-4D1A-84E5-36EEF497E6DD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9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69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80E97-03FA-4074-8AC5-A1BDB4533283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7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8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1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2CE3-449E-46D9-B790-14C8F6F1A455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7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70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1A021-DC0E-4331-996B-B798AD19B6C9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0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1AA706A-7188-4D15-83F6-45E5C3E21ED8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01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4B8F1AF-70AA-4E3A-83DE-15515DD11A73}" type="slidenum">
              <a:rPr lang="en-SG"/>
              <a:pPr/>
              <a:t>‹#›</a:t>
            </a:fld>
            <a:endParaRPr lang="en-SG" dirty="0"/>
          </a:p>
        </p:txBody>
      </p:sp>
      <p:sp>
        <p:nvSpPr>
          <p:cNvPr id="1048602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DAD26-0D77-4C99-B372-AF6B4D65D6F1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58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58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C9AD-FA96-4BE6-AE30-C50EC8A24965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705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706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707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708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709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710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2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4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7BD1F1E-6654-40EF-9221-BC7063DC56C3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715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F3C58EB-DB79-41D6-A3B1-437A2E091A20}" type="slidenum">
              <a:rPr lang="en-SG"/>
              <a:pPr/>
              <a:t>‹#›</a:t>
            </a:fld>
            <a:endParaRPr lang="en-SG" dirty="0"/>
          </a:p>
        </p:txBody>
      </p:sp>
      <p:sp>
        <p:nvSpPr>
          <p:cNvPr id="1048716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52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653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54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655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656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657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0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50A99F7-1103-4216-AF84-0EFA05E06B0A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62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009A359-F83C-4C29-A775-B44755FD5C1F}" type="slidenum">
              <a:rPr lang="en-SG"/>
              <a:pPr/>
              <a:t>‹#›</a:t>
            </a:fld>
            <a:endParaRPr lang="en-SG" dirty="0"/>
          </a:p>
        </p:txBody>
      </p:sp>
      <p:sp>
        <p:nvSpPr>
          <p:cNvPr id="1048663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A410-0507-413D-8C0A-25BFC37E379C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6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66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E45FF-38BC-45BD-965B-49ADA3F92409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730B-DC74-41E7-8544-23C875050E17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650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D0D9E-2DCC-44B6-B858-5E1F4336C286}" type="slidenum">
              <a:rPr lang="en-SG"/>
              <a:pPr/>
              <a:t>‹#›</a:t>
            </a:fld>
            <a:endParaRPr lang="en-SG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48577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9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98BB56B-3A49-4381-A4D5-6DA42AA5404A}" type="datetime1">
              <a:rPr lang="en-US" smtClean="0"/>
              <a:pPr/>
              <a:t>2/5/2025</a:t>
            </a:fld>
            <a:endParaRPr lang="en-SG" dirty="0"/>
          </a:p>
        </p:txBody>
      </p:sp>
      <p:sp>
        <p:nvSpPr>
          <p:cNvPr id="1048580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nl-NL"/>
              <a:t>Dr.A.Ravi, Francis Xavier Engineering College,Tirunelveli</a:t>
            </a:r>
            <a:endParaRPr lang="en-SG" dirty="0"/>
          </a:p>
        </p:txBody>
      </p:sp>
      <p:sp>
        <p:nvSpPr>
          <p:cNvPr id="1048581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3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4858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8585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48586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128BD05-BD15-4EA6-8028-AFF4D8BDDFC1}" type="slidenum">
              <a:rPr lang="en-SG"/>
              <a:pPr/>
              <a:t>‹#›</a:t>
            </a:fld>
            <a:endParaRPr lang="en-S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Number Placeholder 2"/>
          <p:cNvSpPr txBox="1">
            <a:spLocks noGrp="1"/>
          </p:cNvSpPr>
          <p:nvPr/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fld id="{C244D48D-219B-4497-A6B0-C95CFA32939D}" type="slidenum">
              <a:rPr lang="en-SG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rPr>
              <a:pPr algn="ctr" fontAlgn="auto">
                <a:spcBef>
                  <a:spcPts val="0"/>
                </a:spcBef>
                <a:spcAft>
                  <a:spcPts val="0"/>
                </a:spcAft>
              </a:pPr>
              <a:t>1</a:t>
            </a:fld>
            <a:endParaRPr lang="en-SG" sz="1200" dirty="0">
              <a:solidFill>
                <a:schemeClr val="bg2">
                  <a:shade val="50000"/>
                  <a:satMod val="200000"/>
                </a:schemeClr>
              </a:solidFill>
              <a:latin typeface="+mn-lt"/>
            </a:endParaRPr>
          </a:p>
        </p:txBody>
      </p:sp>
      <p:sp>
        <p:nvSpPr>
          <p:cNvPr id="1048591" name="TextBox 7"/>
          <p:cNvSpPr txBox="1"/>
          <p:nvPr/>
        </p:nvSpPr>
        <p:spPr>
          <a:xfrm>
            <a:off x="0" y="0"/>
            <a:ext cx="8643966" cy="27392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endParaRPr lang="en-US" sz="4800" dirty="0"/>
          </a:p>
          <a:p>
            <a:pPr algn="ctr"/>
            <a:r>
              <a:rPr lang="en-US" sz="2800" dirty="0"/>
              <a:t> </a:t>
            </a:r>
            <a:r>
              <a:rPr lang="en-US" sz="2800" b="1" dirty="0"/>
              <a:t>21EE6912 - MINI PROJECT / INTERNSHIP</a:t>
            </a:r>
            <a:endParaRPr lang="en-US" sz="2800" b="1" u="sng" dirty="0"/>
          </a:p>
          <a:p>
            <a:pPr algn="ctr"/>
            <a:r>
              <a:rPr lang="en-US" sz="4800" dirty="0" err="1"/>
              <a:t>IntelliLock</a:t>
            </a:r>
            <a:r>
              <a:rPr lang="en-US" sz="4800" dirty="0"/>
              <a:t>: Dual Authentication Smart Door System</a:t>
            </a:r>
            <a:endParaRPr lang="en-IN" sz="4800" dirty="0"/>
          </a:p>
        </p:txBody>
      </p:sp>
      <p:sp>
        <p:nvSpPr>
          <p:cNvPr id="1048592" name="TextBox 8"/>
          <p:cNvSpPr txBox="1"/>
          <p:nvPr/>
        </p:nvSpPr>
        <p:spPr>
          <a:xfrm>
            <a:off x="785786" y="3929066"/>
            <a:ext cx="7715304" cy="13234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                 ISWARYA KOGILA P</a:t>
            </a:r>
            <a:r>
              <a:rPr lang="en-IN" sz="2000" b="1" dirty="0">
                <a:solidFill>
                  <a:schemeClr val="bg1"/>
                </a:solidFill>
              </a:rPr>
              <a:t> (</a:t>
            </a:r>
            <a:r>
              <a:rPr lang="en-US" sz="2000" b="1" dirty="0">
                <a:solidFill>
                  <a:schemeClr val="bg1"/>
                </a:solidFill>
              </a:rPr>
              <a:t>950717105033</a:t>
            </a:r>
            <a:r>
              <a:rPr lang="en-IN" sz="2000" b="1" dirty="0">
                <a:solidFill>
                  <a:schemeClr val="bg1"/>
                </a:solidFill>
              </a:rPr>
              <a:t>)</a:t>
            </a:r>
            <a:endParaRPr lang="zh-CN" altLang="en-US" dirty="0"/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SWETHA A (950717105311) </a:t>
            </a:r>
            <a:endParaRPr lang="zh-CN" altLang="en-US" dirty="0"/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JEOLIN M J (950717105036) </a:t>
            </a:r>
            <a:endParaRPr lang="zh-CN" altLang="en-US" dirty="0"/>
          </a:p>
          <a:p>
            <a:pPr algn="ctr"/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48593" name="TextBox 5"/>
          <p:cNvSpPr txBox="1"/>
          <p:nvPr/>
        </p:nvSpPr>
        <p:spPr>
          <a:xfrm>
            <a:off x="1928794" y="5429264"/>
            <a:ext cx="6215106" cy="13234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Mrs. R. </a:t>
            </a:r>
            <a:r>
              <a:rPr lang="en-US" sz="2000" b="1" dirty="0" err="1">
                <a:solidFill>
                  <a:schemeClr val="bg1"/>
                </a:solidFill>
              </a:rPr>
              <a:t>Aandal</a:t>
            </a:r>
            <a:r>
              <a:rPr lang="en-US" sz="2000" b="1" dirty="0">
                <a:solidFill>
                  <a:schemeClr val="bg1"/>
                </a:solidFill>
              </a:rPr>
              <a:t>  ,        </a:t>
            </a:r>
            <a:r>
              <a:rPr lang="en-US" sz="2000" b="1" dirty="0" err="1">
                <a:solidFill>
                  <a:schemeClr val="bg1"/>
                </a:solidFill>
              </a:rPr>
              <a:t>Mr.J.Antony</a:t>
            </a:r>
            <a:r>
              <a:rPr lang="en-US" sz="2000" b="1" dirty="0">
                <a:solidFill>
                  <a:schemeClr val="bg1"/>
                </a:solidFill>
              </a:rPr>
              <a:t> Robinson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    AP/EEE                               AP/EEE 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</a:p>
          <a:p>
            <a:r>
              <a:rPr lang="en-IN" altLang="zh-CN" sz="2000" b="1" dirty="0">
                <a:solidFill>
                  <a:schemeClr val="bg1"/>
                </a:solidFill>
              </a:rPr>
              <a:t>Mini Project                          Mini Project</a:t>
            </a:r>
          </a:p>
          <a:p>
            <a:r>
              <a:rPr lang="en-IN" altLang="zh-CN" sz="2000" b="1" dirty="0">
                <a:solidFill>
                  <a:schemeClr val="bg1"/>
                </a:solidFill>
              </a:rPr>
              <a:t>       Guide                               Coordinator</a:t>
            </a:r>
            <a:endParaRPr lang="zh-CN" altLang="en-US" dirty="0"/>
          </a:p>
        </p:txBody>
      </p:sp>
      <p:sp>
        <p:nvSpPr>
          <p:cNvPr id="1048594" name="Rounded Rectangle 6"/>
          <p:cNvSpPr/>
          <p:nvPr/>
        </p:nvSpPr>
        <p:spPr>
          <a:xfrm>
            <a:off x="2214546" y="2857496"/>
            <a:ext cx="4500594" cy="78581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Zeroth Review </a:t>
            </a:r>
          </a:p>
        </p:txBody>
      </p:sp>
      <p:sp>
        <p:nvSpPr>
          <p:cNvPr id="1048595" name="Rounded Rectangle 9"/>
          <p:cNvSpPr/>
          <p:nvPr/>
        </p:nvSpPr>
        <p:spPr>
          <a:xfrm>
            <a:off x="285720" y="5857892"/>
            <a:ext cx="1571636" cy="64294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Date: 07.02.2025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9C9AD-FA96-4BE6-AE30-C50EC8A24965}" type="slidenum">
              <a:rPr lang="en-SG" smtClean="0"/>
              <a:pPr/>
              <a:t>1</a:t>
            </a:fld>
            <a:endParaRPr lang="en-SG" dirty="0"/>
          </a:p>
        </p:txBody>
      </p:sp>
      <p:pic>
        <p:nvPicPr>
          <p:cNvPr id="9" name="Picture 8" descr="logo-admission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2228215" cy="785794"/>
          </a:xfrm>
          <a:prstGeom prst="rect">
            <a:avLst/>
          </a:prstGeom>
        </p:spPr>
      </p:pic>
      <p:pic>
        <p:nvPicPr>
          <p:cNvPr id="10" name="Picture 9" descr="download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58148" y="-635"/>
            <a:ext cx="1285852" cy="929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Number Placeholder 7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99B7E13-0238-4C16-9F50-BF311C5B8571}" type="slidenum">
              <a:rPr lang="en-SG" smtClean="0"/>
              <a:pPr/>
              <a:t>2</a:t>
            </a:fld>
            <a:endParaRPr lang="en-SG"/>
          </a:p>
        </p:txBody>
      </p:sp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142844" y="131763"/>
            <a:ext cx="8715436" cy="582593"/>
          </a:xfr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r>
              <a:rPr lang="en-US" sz="3600" b="1" dirty="0">
                <a:latin typeface="Cambria" pitchFamily="18" charset="0"/>
                <a:ea typeface="Cambria" pitchFamily="18" charset="0"/>
              </a:rPr>
              <a:t>Objectives of the project work</a:t>
            </a:r>
            <a:endParaRPr lang="en-IN" sz="3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05" name="TextBox 10"/>
          <p:cNvSpPr txBox="1"/>
          <p:nvPr/>
        </p:nvSpPr>
        <p:spPr>
          <a:xfrm>
            <a:off x="378723" y="1124744"/>
            <a:ext cx="824367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Implement a fingerprint-based authentication system to provide a highly secure and personalized door access mechanism.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Incorporate a keypad-based entry system to ensure access in case of fingerprint verification failure, enhancing reliability and flexibility.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Implement a smart LED system that automatically detects hands over the keypad, improving visibility in low-light conditions for seamless operation.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/>
              <a:t>Utilize a solenoid lock and servo motor to enable smooth, controlled, and tamper-resistant door unlocking and locking mechanisms.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Number Placeholder 7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99B7E13-0238-4C16-9F50-BF311C5B8571}" type="slidenum">
              <a:rPr lang="en-SG" smtClean="0"/>
              <a:pPr/>
              <a:t>3</a:t>
            </a:fld>
            <a:endParaRPr lang="en-SG"/>
          </a:p>
        </p:txBody>
      </p:sp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142844" y="131763"/>
            <a:ext cx="8715436" cy="582593"/>
          </a:xfr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r>
              <a:rPr lang="en-US" sz="3600" b="1" dirty="0">
                <a:latin typeface="Cambria" pitchFamily="18" charset="0"/>
                <a:ea typeface="Cambria" pitchFamily="18" charset="0"/>
              </a:rPr>
              <a:t>Abstract of the project work</a:t>
            </a:r>
            <a:endParaRPr lang="en-IN" sz="3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08" name="TextBox 10"/>
          <p:cNvSpPr txBox="1"/>
          <p:nvPr/>
        </p:nvSpPr>
        <p:spPr>
          <a:xfrm>
            <a:off x="424193" y="1268760"/>
            <a:ext cx="80834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 Combines fingerprint verification and a keypad system to enhance access control and security.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Detects hands over the keypad and activates an LED for better visibility in low-light conditions.</a:t>
            </a:r>
            <a:endParaRPr lang="zh-CN" altLang="en-US" dirty="0">
              <a:latin typeface="Cambria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Uses a solenoid lock and servo motor for smooth and secure door operation.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Designed for residential, commercial, and industrial applications with easy integration and expansion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Ensures continued operation through a keypad entry system in case of fingerprint authentication failure.</a:t>
            </a:r>
            <a:endParaRPr lang="zh-CN" altLang="en-US" sz="28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Number Placeholder 7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99B7E13-0238-4C16-9F50-BF311C5B8571}" type="slidenum">
              <a:rPr lang="en-SG" smtClean="0"/>
              <a:pPr/>
              <a:t>4</a:t>
            </a:fld>
            <a:endParaRPr lang="en-SG"/>
          </a:p>
        </p:txBody>
      </p:sp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142844" y="131763"/>
            <a:ext cx="8715436" cy="1011221"/>
          </a:xfr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r>
              <a:rPr lang="en-US" sz="3200" b="1" dirty="0"/>
              <a:t>Base paper (Tile/ author name/year of publication/findings)</a:t>
            </a:r>
            <a:endParaRPr lang="en-IN" sz="32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11" name="TextBox 10"/>
          <p:cNvSpPr txBox="1"/>
          <p:nvPr/>
        </p:nvSpPr>
        <p:spPr>
          <a:xfrm>
            <a:off x="303283" y="1628800"/>
            <a:ext cx="839455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itchFamily="18" charset="0"/>
                <a:ea typeface="Cambria" pitchFamily="18" charset="0"/>
              </a:rPr>
              <a:t>  </a:t>
            </a: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Authors: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A.O.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Onyan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and K.O.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Enalume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(2018)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Findings: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This paper presents the development and implementation of a biometric-based door lock system that automatically unlocks upon successful fingerprint authentication, enhancing property security.</a:t>
            </a:r>
          </a:p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Author: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Y. Lavanya</a:t>
            </a:r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Findings: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This study presents a trustworthy approach to enhancing door access security by integrating an Arduino microcontroller with both biometric fingerprint scanning and keypad inputs.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Number Placeholder 7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99B7E13-0238-4C16-9F50-BF311C5B8571}" type="slidenum">
              <a:rPr lang="en-SG" smtClean="0"/>
              <a:pPr/>
              <a:t>5</a:t>
            </a:fld>
            <a:endParaRPr lang="en-SG"/>
          </a:p>
        </p:txBody>
      </p:sp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428564" y="214290"/>
            <a:ext cx="8715436" cy="511155"/>
          </a:xfr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lstStyle/>
          <a:p>
            <a:r>
              <a:rPr lang="en-US" sz="3200" b="1" dirty="0"/>
              <a:t>Project work plan</a:t>
            </a:r>
            <a:endParaRPr lang="en-IN" sz="3200" b="1" dirty="0"/>
          </a:p>
        </p:txBody>
      </p:sp>
      <p:sp>
        <p:nvSpPr>
          <p:cNvPr id="1048614" name="TextBox 10"/>
          <p:cNvSpPr txBox="1"/>
          <p:nvPr/>
        </p:nvSpPr>
        <p:spPr>
          <a:xfrm>
            <a:off x="107504" y="949844"/>
            <a:ext cx="868950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IntelliLock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: Dual Authentication Smart Door System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project follows a structured workplan. First,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Research &amp; Planning (Week 1-2)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involves identifying hardware components and defining the system workflow. Next,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Hardware Setup &amp; Integration (Week 3-5)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includes assembling components like the fingerprint sensor, keypad, solenoid lock, and servo motor while programming the microcontroller.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Testing &amp; Optimization (Week 6-7)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ensures smooth operation, debugging, and refining performance. Finally,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Deployment &amp; Documentation (Week 8-9)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involves installing the system in a real-world setting and preparing a user manual with final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Number Placeholder 7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899B7E13-0238-4C16-9F50-BF311C5B8571}" type="slidenum">
              <a:rPr lang="en-SG" smtClean="0"/>
              <a:pPr/>
              <a:t>6</a:t>
            </a:fld>
            <a:endParaRPr lang="en-SG"/>
          </a:p>
        </p:txBody>
      </p:sp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142844" y="131763"/>
            <a:ext cx="8715436" cy="582593"/>
          </a:xfr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r>
              <a:rPr lang="en-US" sz="3200" b="1" dirty="0"/>
              <a:t>References</a:t>
            </a:r>
            <a:endParaRPr lang="en-IN" sz="3200" b="1" dirty="0"/>
          </a:p>
        </p:txBody>
      </p:sp>
      <p:sp>
        <p:nvSpPr>
          <p:cNvPr id="1048617" name="TextBox 6"/>
          <p:cNvSpPr txBox="1"/>
          <p:nvPr/>
        </p:nvSpPr>
        <p:spPr>
          <a:xfrm>
            <a:off x="556564" y="1451609"/>
            <a:ext cx="80308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Y. Lavanya, </a:t>
            </a: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Design and Development of Biometric and Keypad Based Smart Door Security System for Residential Building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2024.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A.O.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Onyan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K.O.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Enalume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Property Security Using a Biometric Based Door Lock System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2018.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A. Afroz, </a:t>
            </a: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Digital Smart Door Lock Security System Using Arduino Uno Microcontroller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[Author Not Specified], </a:t>
            </a:r>
            <a:r>
              <a:rPr 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Multi-Security System Based on RFID, Fingerprint, and Keypad to Access the Door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5"/>
          <p:cNvSpPr/>
          <p:nvPr/>
        </p:nvSpPr>
        <p:spPr>
          <a:xfrm rot="21355454">
            <a:off x="263032" y="3881898"/>
            <a:ext cx="4503138" cy="2250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72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  <p:pic>
        <p:nvPicPr>
          <p:cNvPr id="2097152" name="Picture 2" descr="growth.jpg"/>
          <p:cNvPicPr>
            <a:picLocks noChangeAspect="1"/>
          </p:cNvPicPr>
          <p:nvPr/>
        </p:nvPicPr>
        <p:blipFill>
          <a:blip r:embed="rId2" cstate="print"/>
          <a:srcRect t="32574" r="53271"/>
          <a:stretch>
            <a:fillRect/>
          </a:stretch>
        </p:blipFill>
        <p:spPr>
          <a:xfrm>
            <a:off x="381000" y="381000"/>
            <a:ext cx="5367497" cy="2888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97153" name="Picture 3" descr="growth.jpg"/>
          <p:cNvPicPr>
            <a:picLocks noChangeAspect="1"/>
          </p:cNvPicPr>
          <p:nvPr/>
        </p:nvPicPr>
        <p:blipFill>
          <a:blip r:embed="rId2" cstate="print"/>
          <a:srcRect l="50467" b="27334"/>
          <a:stretch>
            <a:fillRect/>
          </a:stretch>
        </p:blipFill>
        <p:spPr>
          <a:xfrm>
            <a:off x="4714876" y="3214686"/>
            <a:ext cx="4038600" cy="2819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4862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D32EAF-6BCA-4105-82DC-37810BE9DD31}" type="slidenum">
              <a:rPr lang="en-SG" smtClean="0"/>
              <a:pPr/>
              <a:t>7</a:t>
            </a:fld>
            <a:endParaRPr lang="en-SG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533</Words>
  <Application>Microsoft Office PowerPoint</Application>
  <PresentationFormat>On-screen Show (4:3)</PresentationFormat>
  <Paragraphs>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</vt:lpstr>
      <vt:lpstr>Century Schoolbook</vt:lpstr>
      <vt:lpstr>Wingdings</vt:lpstr>
      <vt:lpstr>Wingdings 2</vt:lpstr>
      <vt:lpstr>Oriel</vt:lpstr>
      <vt:lpstr>PowerPoint Presentation</vt:lpstr>
      <vt:lpstr>Objectives of the project work</vt:lpstr>
      <vt:lpstr>Abstract of the project work</vt:lpstr>
      <vt:lpstr>Base paper (Tile/ author name/year of publication/findings)</vt:lpstr>
      <vt:lpstr>Project work plan</vt:lpstr>
      <vt:lpstr>References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CONTROLLERS FOR DRIVES (UNIT 5)</dc:title>
  <dc:creator>user</dc:creator>
  <cp:lastModifiedBy>Antony Alex S</cp:lastModifiedBy>
  <cp:revision>7</cp:revision>
  <dcterms:created xsi:type="dcterms:W3CDTF">2008-02-10T00:48:09Z</dcterms:created>
  <dcterms:modified xsi:type="dcterms:W3CDTF">2025-02-05T09:01:03Z</dcterms:modified>
</cp:coreProperties>
</file>